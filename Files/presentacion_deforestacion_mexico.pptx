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DEFORESTACIÓN EN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ACCAA"/>
                </a:solidFill>
              </a:rPr>
              <a:t>¿Quién está detrás de la mayor crisis forestal en décadas?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AA88"/>
                </a:solidFill>
              </a:rPr>
              <a:t>Un análisis con datos satelitales · 2001–2022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8866"/>
                </a:solidFill>
              </a:rPr>
              <a:t>Visualización de Datos y Narración de Historias  ·  Universidad Panamericana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esc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C38"/>
                </a:solidFill>
              </a:rPr>
              <a:t>¿Qué está pasando año a año?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La velocidad de pérdida no es constante — hay años que rompen todos los récords.</a:t>
            </a:r>
          </a:p>
        </p:txBody>
      </p:sp>
      <p:pic>
        <p:nvPicPr>
          <p:cNvPr id="4" name="Picture 3" descr="s2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C38"/>
                </a:solidFill>
              </a:rPr>
              <a:t>No es un problema de todo México — es del sureste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Tres estados acumulan más del 50% de toda la pérdida forestal nacional.</a:t>
            </a:r>
          </a:p>
        </p:txBody>
      </p:sp>
      <p:pic>
        <p:nvPicPr>
          <p:cNvPr id="4" name="Picture 3" descr="s3_es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0392B"/>
                </a:solidFill>
              </a:rPr>
              <a:t>2019: el año que rompió todos los récords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392B"/>
                </a:solidFill>
              </a:rPr>
              <a:t>En un solo año México perdió
327,000 hectáreas de bosque.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Eso es un 54% por encima del promedio histórico.
¿Qué pasó? Fue el primer año completo del nuevo gobierno y el año en que se cancelaron los programas federales de conservación forestal.
Esta coincidencia no es estadísticamente aleatoria.</a:t>
            </a:r>
          </a:p>
        </p:txBody>
      </p:sp>
      <p:pic>
        <p:nvPicPr>
          <p:cNvPr id="5" name="Picture 4" descr="s2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05840"/>
            <a:ext cx="61264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C38"/>
                </a:solidFill>
              </a:rPr>
              <a:t>Los árboles caen — pero ¿para qué?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El bosque no desaparece: se convierte en otra cosa. Eso revela a los responsables.</a:t>
            </a:r>
          </a:p>
        </p:txBody>
      </p:sp>
      <p:pic>
        <p:nvPicPr>
          <p:cNvPr id="4" name="Picture 3" descr="s4_desti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5C38"/>
                </a:solidFill>
              </a:rPr>
              <a:t>El aguacate y la palma: los cultivos que arrasan con la selva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Mientras los bosques se reducen, estos cultivos de exportación se disparan.</a:t>
            </a:r>
          </a:p>
        </p:txBody>
      </p:sp>
      <p:pic>
        <p:nvPicPr>
          <p:cNvPr id="4" name="Picture 3" descr="s5_cul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5C38"/>
                </a:solidFill>
              </a:rPr>
              <a:t>El motor invisible: la ganadería bovina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Los ranchos ganaderos convierten selva en pastizal. Los datos lo muestran con claridad.</a:t>
            </a:r>
          </a:p>
        </p:txBody>
      </p:sp>
      <p:pic>
        <p:nvPicPr>
          <p:cNvPr id="4" name="Picture 3" descr="s8_ganado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0392B"/>
                </a:solidFill>
              </a:rPr>
              <a:t>Lo que los satélites ven y lo que el gobierno admite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Hay una brecha enorme entre la deforestación real y la que aparece en los datos oficiales.</a:t>
            </a:r>
          </a:p>
        </p:txBody>
      </p:sp>
      <p:pic>
        <p:nvPicPr>
          <p:cNvPr id="4" name="Picture 3" descr="s6_gobierno_sate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_2023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¿Qué sabemos con certeza?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✅ Confirmado  El sureste concentra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5331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Campeche, Chiapas, Quintana Roo y Veracruz acumulan el 59% de toda la pérdida nacional.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1367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✅ Confirmado  2019 fue un año anómalo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031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La pérdida de 2019 fue estadísticamente atípica y coincide con cancelación de programas de conservación.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51175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⚠️ Soportado  Ganadería y agricultura son los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52927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Los pastizales y cultivos de exportación son el principal destino del bosque deforestado.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0098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🚨 Alarmante  El gobierno subreporta la mitad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02735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Los datos oficiales reconocen solo el 40-55% de lo que los satélites detectan.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5079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❓ Sin explicar  Los datos de 2023 desaparecieron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352544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El gobierno no publicó los datos ganaderos de 2023 — el peor año del sexenio.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_conclus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La ciencia de datos como herramienta de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ACCAA"/>
                </a:solidFill>
              </a:rPr>
              <a:t>Los satélites no mienten.
Los datos no mienten.
Pero a veces los datos que faltan dicen más que los que están.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852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8866"/>
                </a:solidFill>
              </a:rPr>
              <a:t>Visualización de Datos y Narración de Historias  ·  Universidad Panamericana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